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5BFDD2-019D-4BCA-8029-ED5091B09994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A93AA-E2EE-43B1-9B04-BC51B0686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16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93AA-E2EE-43B1-9B04-BC51B068685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6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FC121-30BB-D887-FD33-71B035EFC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08B95E-9C32-5092-9BE8-27A15A251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606A4-4A95-E79E-5D65-306589F7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3CD2-FB53-4A53-80BC-258D0BAF248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D7F3B-D891-8247-65C0-C8D9DE5F5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F170F-2B20-0330-B2CB-F9782EF42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97AA8-7B95-4968-BCB9-50CDDB6A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290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33B96-BAF4-C023-2E35-123E06AC0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FF5DB-E284-EC74-ACF0-9B5B745A3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A03E0-8F8E-14B0-FE5A-9A8A8C40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3CD2-FB53-4A53-80BC-258D0BAF248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C19D9-3512-6E78-88E7-F313084C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FEA66-742D-F5CF-C1A1-28A41570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97AA8-7B95-4968-BCB9-50CDDB6A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311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3869-AA56-6313-C902-3C988E77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968C8-A97D-1CAC-BD11-35211B63B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D3113-A695-7FC7-D854-1B638082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3CD2-FB53-4A53-80BC-258D0BAF248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6C928-D2EA-A6FF-BA31-42978CB7C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77DAB-57B7-8D0B-3286-4503FCC4B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97AA8-7B95-4968-BCB9-50CDDB6A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465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241F8-53B1-DE4D-5068-8591D5F22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01CA3-F436-C8FD-0217-49969EFF5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453687-7611-A645-98F2-3C75CD993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B94A6-C712-5CA5-E374-F39AF63E0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3CD2-FB53-4A53-80BC-258D0BAF248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7D6A4-E744-5ED7-2909-FE622E836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D8C9F-7863-356D-2C69-9D92C0D1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97AA8-7B95-4968-BCB9-50CDDB6A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928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B8167-F4C7-4954-678F-ECBEE0021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DC829-3A3C-0E80-83D7-788ADD97A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9BFCF-030A-8EE6-E1D1-60AD3B3A6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96CB25-EB7D-34F4-53A2-05EC25A3D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796BB-AB23-84DD-F59C-4B72DDB72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A5054-1B1D-44F2-D42E-BC24146EB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3CD2-FB53-4A53-80BC-258D0BAF248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F3FDCD-F915-6EA7-ACB4-EF7E600B3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DE3F1-AB52-A39B-0B6B-4B9A744B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97AA8-7B95-4968-BCB9-50CDDB6A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509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78D95-BEC1-5CDF-8FDC-9C94A1787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21E8-F338-EF17-2461-76156F2E7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3CD2-FB53-4A53-80BC-258D0BAF248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6FDA6-E70C-9F49-080B-00333FB9A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D2296-9D08-5078-00C6-C118848C4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97AA8-7B95-4968-BCB9-50CDDB6A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49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F56A42-6166-D462-B0C9-0B08B6632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3CD2-FB53-4A53-80BC-258D0BAF248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DE3E69-FFCB-BDAD-A950-78F3CA3AF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B0CD0-E48B-C90B-9FBF-C823E95F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97AA8-7B95-4968-BCB9-50CDDB6A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661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EB5AC-4329-457B-4AB7-A6E0DF0E8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410BC-D943-ACF5-5127-A6D42676B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B321F-5652-C9F3-B8D1-F4ED8C32E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98751-5553-8EA4-2EF9-C9DCD442D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3CD2-FB53-4A53-80BC-258D0BAF248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C6819-FF0B-6E48-E1E4-8248829C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AEF94-CDF8-BC4D-3A6A-465B0DEDA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97AA8-7B95-4968-BCB9-50CDDB6A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640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28E22-5593-170A-A1FD-F83D6BD1D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8E9334-2575-4C86-AAE5-4180DE5CFB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C3D93-B40F-1680-909E-74638A046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E2F72-BFF1-1333-23B8-A48E9C466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3CD2-FB53-4A53-80BC-258D0BAF248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3629E-1962-11E3-1254-8105227D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DF0D6-CE08-F0E3-217F-7291C3EF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97AA8-7B95-4968-BCB9-50CDDB6A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971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6A314-9FF2-4960-12E5-ACEF3B3AC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A4DAFF-B0F4-C49E-EEA0-7B3716464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D419A-DEF2-879F-8885-00ECC2D9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3CD2-FB53-4A53-80BC-258D0BAF248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1091F-D814-45C8-F6A2-21D482BEC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AE241-0F3F-2C8A-46D8-BC4141CF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97AA8-7B95-4968-BCB9-50CDDB6A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437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639D17-A2E2-3F88-6994-B19E93B0FF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07C9F-206C-2804-CCB0-4F5673337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B980A-67B8-84E4-FCC7-32BF7B99E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3CD2-FB53-4A53-80BC-258D0BAF248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95579-4A4A-2316-E7E0-CA627DD4E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D33A5-8956-4DE9-07DF-53BF35C65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97AA8-7B95-4968-BCB9-50CDDB6A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478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F29D91-AAE6-9919-9D01-3355AFB74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067F5-ACC1-C805-2ED4-CFA4E3DCE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E99B4-FF13-017A-D78B-58C263AF4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73CD2-FB53-4A53-80BC-258D0BAF248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65BD4-1534-60BB-5DDC-E198646A3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233C8-7245-A9F9-C36D-35D2365F95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97AA8-7B95-4968-BCB9-50CDDB6A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550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CD244E-D4A0-0D00-9428-0E7A4DD4F624}"/>
              </a:ext>
            </a:extLst>
          </p:cNvPr>
          <p:cNvSpPr/>
          <p:nvPr/>
        </p:nvSpPr>
        <p:spPr>
          <a:xfrm>
            <a:off x="1392775" y="448055"/>
            <a:ext cx="3660809" cy="25877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99A0E6C-0346-FABA-2A76-1A13255FFF2C}"/>
              </a:ext>
            </a:extLst>
          </p:cNvPr>
          <p:cNvCxnSpPr>
            <a:cxnSpLocks/>
          </p:cNvCxnSpPr>
          <p:nvPr/>
        </p:nvCxnSpPr>
        <p:spPr>
          <a:xfrm>
            <a:off x="1411063" y="923544"/>
            <a:ext cx="36364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54E77D-B8F6-7D05-552B-A2EC612409BB}"/>
              </a:ext>
            </a:extLst>
          </p:cNvPr>
          <p:cNvSpPr txBox="1"/>
          <p:nvPr/>
        </p:nvSpPr>
        <p:spPr>
          <a:xfrm>
            <a:off x="1411063" y="487418"/>
            <a:ext cx="362728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(UI)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93B7D1-4966-F098-8296-904986EB4225}"/>
              </a:ext>
            </a:extLst>
          </p:cNvPr>
          <p:cNvSpPr/>
          <p:nvPr/>
        </p:nvSpPr>
        <p:spPr>
          <a:xfrm>
            <a:off x="7031575" y="448055"/>
            <a:ext cx="3660809" cy="25877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E5CBFEF-E267-FD78-ED63-2996127F121D}"/>
              </a:ext>
            </a:extLst>
          </p:cNvPr>
          <p:cNvCxnSpPr>
            <a:cxnSpLocks/>
          </p:cNvCxnSpPr>
          <p:nvPr/>
        </p:nvCxnSpPr>
        <p:spPr>
          <a:xfrm>
            <a:off x="7031575" y="923544"/>
            <a:ext cx="36455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34269BB-6FB4-0028-C6C4-8A775976A80A}"/>
              </a:ext>
            </a:extLst>
          </p:cNvPr>
          <p:cNvSpPr txBox="1"/>
          <p:nvPr/>
        </p:nvSpPr>
        <p:spPr>
          <a:xfrm>
            <a:off x="7031574" y="487418"/>
            <a:ext cx="364557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Service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70A37B-161D-B085-4429-A6FA28605B69}"/>
              </a:ext>
            </a:extLst>
          </p:cNvPr>
          <p:cNvSpPr/>
          <p:nvPr/>
        </p:nvSpPr>
        <p:spPr>
          <a:xfrm>
            <a:off x="1392775" y="3855719"/>
            <a:ext cx="3660809" cy="25877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A238E75-9665-204A-CAE2-8D9BFC049E5C}"/>
              </a:ext>
            </a:extLst>
          </p:cNvPr>
          <p:cNvCxnSpPr>
            <a:cxnSpLocks/>
          </p:cNvCxnSpPr>
          <p:nvPr/>
        </p:nvCxnSpPr>
        <p:spPr>
          <a:xfrm>
            <a:off x="1401919" y="4331208"/>
            <a:ext cx="36455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0A0CCA1-4105-EF75-F8FC-BF4795209D78}"/>
              </a:ext>
            </a:extLst>
          </p:cNvPr>
          <p:cNvSpPr txBox="1"/>
          <p:nvPr/>
        </p:nvSpPr>
        <p:spPr>
          <a:xfrm>
            <a:off x="1411063" y="3895082"/>
            <a:ext cx="364252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(Spring Boot)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92C7EF-1050-9308-A8F4-BAB2F0788840}"/>
              </a:ext>
            </a:extLst>
          </p:cNvPr>
          <p:cNvSpPr/>
          <p:nvPr/>
        </p:nvSpPr>
        <p:spPr>
          <a:xfrm>
            <a:off x="7031575" y="3855719"/>
            <a:ext cx="3660809" cy="25877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2177546-2341-3D7F-DBBF-5C5FA3414CB2}"/>
              </a:ext>
            </a:extLst>
          </p:cNvPr>
          <p:cNvCxnSpPr>
            <a:cxnSpLocks/>
          </p:cNvCxnSpPr>
          <p:nvPr/>
        </p:nvCxnSpPr>
        <p:spPr>
          <a:xfrm>
            <a:off x="7031575" y="4331208"/>
            <a:ext cx="36455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553BBC5-8EB2-1605-886F-C5C280A0DB4E}"/>
              </a:ext>
            </a:extLst>
          </p:cNvPr>
          <p:cNvSpPr txBox="1"/>
          <p:nvPr/>
        </p:nvSpPr>
        <p:spPr>
          <a:xfrm>
            <a:off x="7031574" y="3895082"/>
            <a:ext cx="364556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(MySQL)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434A91-FED2-5F33-257A-F0E20C1C4594}"/>
              </a:ext>
            </a:extLst>
          </p:cNvPr>
          <p:cNvSpPr txBox="1"/>
          <p:nvPr/>
        </p:nvSpPr>
        <p:spPr>
          <a:xfrm>
            <a:off x="1636294" y="959561"/>
            <a:ext cx="36455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React.js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User Registration/Login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Expense Management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Income Management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Budget Management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Reports &amp; Dashboard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Displays User Data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536F46-A63D-D554-EFEF-1830E4EA1374}"/>
              </a:ext>
            </a:extLst>
          </p:cNvPr>
          <p:cNvSpPr txBox="1"/>
          <p:nvPr/>
        </p:nvSpPr>
        <p:spPr>
          <a:xfrm>
            <a:off x="7259853" y="1195532"/>
            <a:ext cx="305457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Spring Security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User Authentication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JWT Token Generation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JWT Token Validation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Role-based Authorization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1578FE-FAE8-AF93-D2F3-3BEC1990E8A6}"/>
              </a:ext>
            </a:extLst>
          </p:cNvPr>
          <p:cNvSpPr txBox="1"/>
          <p:nvPr/>
        </p:nvSpPr>
        <p:spPr>
          <a:xfrm>
            <a:off x="1636294" y="4508983"/>
            <a:ext cx="31551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REST Controllers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Business Logic (Services)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Spring Data JPA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CRUD Operations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Report Generation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REST API Endpoints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C9FDA8-79A4-B0EB-3C05-BEFFBAB4FB15}"/>
              </a:ext>
            </a:extLst>
          </p:cNvPr>
          <p:cNvSpPr txBox="1"/>
          <p:nvPr/>
        </p:nvSpPr>
        <p:spPr>
          <a:xfrm>
            <a:off x="7259853" y="4514308"/>
            <a:ext cx="234439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Users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Expenses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Income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Categories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Budgets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Payment Methods 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73F20F8-90E0-E6CB-8EBB-090E445EE393}"/>
              </a:ext>
            </a:extLst>
          </p:cNvPr>
          <p:cNvCxnSpPr>
            <a:cxnSpLocks/>
          </p:cNvCxnSpPr>
          <p:nvPr/>
        </p:nvCxnSpPr>
        <p:spPr>
          <a:xfrm>
            <a:off x="5093208" y="1728216"/>
            <a:ext cx="1901952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09B1CB-08E7-EECE-01C1-396EE73A185D}"/>
              </a:ext>
            </a:extLst>
          </p:cNvPr>
          <p:cNvCxnSpPr>
            <a:cxnSpLocks/>
          </p:cNvCxnSpPr>
          <p:nvPr/>
        </p:nvCxnSpPr>
        <p:spPr>
          <a:xfrm>
            <a:off x="5093208" y="5163312"/>
            <a:ext cx="1901952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9BC1462-BCB8-66C4-59BC-51E93E00609F}"/>
              </a:ext>
            </a:extLst>
          </p:cNvPr>
          <p:cNvSpPr txBox="1"/>
          <p:nvPr/>
        </p:nvSpPr>
        <p:spPr>
          <a:xfrm>
            <a:off x="5476215" y="1850541"/>
            <a:ext cx="1162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Requests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8E76B9-7C57-55C6-E146-13D207164B60}"/>
              </a:ext>
            </a:extLst>
          </p:cNvPr>
          <p:cNvSpPr txBox="1"/>
          <p:nvPr/>
        </p:nvSpPr>
        <p:spPr>
          <a:xfrm>
            <a:off x="5466229" y="4456021"/>
            <a:ext cx="1162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Data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25D8668-2C20-4424-3AC7-AD3F3CC2DFA2}"/>
              </a:ext>
            </a:extLst>
          </p:cNvPr>
          <p:cNvCxnSpPr>
            <a:cxnSpLocks/>
          </p:cNvCxnSpPr>
          <p:nvPr/>
        </p:nvCxnSpPr>
        <p:spPr>
          <a:xfrm>
            <a:off x="3223180" y="3110372"/>
            <a:ext cx="9144" cy="71014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DE95EA6-5C64-321C-A585-B12401B7F297}"/>
              </a:ext>
            </a:extLst>
          </p:cNvPr>
          <p:cNvCxnSpPr>
            <a:cxnSpLocks/>
          </p:cNvCxnSpPr>
          <p:nvPr/>
        </p:nvCxnSpPr>
        <p:spPr>
          <a:xfrm>
            <a:off x="8877382" y="3109558"/>
            <a:ext cx="9144" cy="71014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691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121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QUBRA</dc:creator>
  <cp:lastModifiedBy>SHAIK QUBRA</cp:lastModifiedBy>
  <cp:revision>11</cp:revision>
  <dcterms:created xsi:type="dcterms:W3CDTF">2026-06-26T15:21:49Z</dcterms:created>
  <dcterms:modified xsi:type="dcterms:W3CDTF">2026-06-26T15:34:14Z</dcterms:modified>
</cp:coreProperties>
</file>